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60" r:id="rId5"/>
  </p:sldIdLst>
  <p:sldSz cx="6858000" cy="9906000" type="A4"/>
  <p:notesSz cx="6858000" cy="98742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7" autoAdjust="0"/>
    <p:restoredTop sz="94660"/>
  </p:normalViewPr>
  <p:slideViewPr>
    <p:cSldViewPr snapToGrid="0">
      <p:cViewPr varScale="1">
        <p:scale>
          <a:sx n="83" d="100"/>
          <a:sy n="83" d="100"/>
        </p:scale>
        <p:origin x="12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4866E-CDEC-4E51-9102-22DDBA628D81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BDCAD-D881-4B49-8E52-76015F2A81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721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4866E-CDEC-4E51-9102-22DDBA628D81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BDCAD-D881-4B49-8E52-76015F2A81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918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4866E-CDEC-4E51-9102-22DDBA628D81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BDCAD-D881-4B49-8E52-76015F2A81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577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4866E-CDEC-4E51-9102-22DDBA628D81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BDCAD-D881-4B49-8E52-76015F2A81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2205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4866E-CDEC-4E51-9102-22DDBA628D81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BDCAD-D881-4B49-8E52-76015F2A81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479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4866E-CDEC-4E51-9102-22DDBA628D81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BDCAD-D881-4B49-8E52-76015F2A81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269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4866E-CDEC-4E51-9102-22DDBA628D81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BDCAD-D881-4B49-8E52-76015F2A81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723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4866E-CDEC-4E51-9102-22DDBA628D81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BDCAD-D881-4B49-8E52-76015F2A81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102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4866E-CDEC-4E51-9102-22DDBA628D81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BDCAD-D881-4B49-8E52-76015F2A81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8816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4866E-CDEC-4E51-9102-22DDBA628D81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BDCAD-D881-4B49-8E52-76015F2A81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111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4866E-CDEC-4E51-9102-22DDBA628D81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BDCAD-D881-4B49-8E52-76015F2A81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434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E4866E-CDEC-4E51-9102-22DDBA628D81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ABDCAD-D881-4B49-8E52-76015F2A81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46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3242DD4-FA0E-0EDD-FB1E-21E091368E5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9177" y="4647928"/>
            <a:ext cx="6215422" cy="3795432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3897D063-7000-E7E0-FC03-697E4B0EC9A9}"/>
              </a:ext>
            </a:extLst>
          </p:cNvPr>
          <p:cNvSpPr/>
          <p:nvPr/>
        </p:nvSpPr>
        <p:spPr>
          <a:xfrm>
            <a:off x="374823" y="8597549"/>
            <a:ext cx="159026" cy="159026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1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4A069425-2304-3B67-1BEE-C2F65429DD62}"/>
              </a:ext>
            </a:extLst>
          </p:cNvPr>
          <p:cNvSpPr/>
          <p:nvPr/>
        </p:nvSpPr>
        <p:spPr>
          <a:xfrm>
            <a:off x="1073426" y="7106201"/>
            <a:ext cx="159026" cy="159026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1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1A46FE4-7785-C8E9-0BA1-16B706686896}"/>
              </a:ext>
            </a:extLst>
          </p:cNvPr>
          <p:cNvSpPr/>
          <p:nvPr/>
        </p:nvSpPr>
        <p:spPr>
          <a:xfrm rot="4008183">
            <a:off x="3107659" y="7116175"/>
            <a:ext cx="748221" cy="45719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59F2BB2-5A50-585E-A6BD-431D9CFE06E4}"/>
              </a:ext>
            </a:extLst>
          </p:cNvPr>
          <p:cNvSpPr/>
          <p:nvPr/>
        </p:nvSpPr>
        <p:spPr>
          <a:xfrm rot="4008183">
            <a:off x="4168719" y="6597525"/>
            <a:ext cx="1383527" cy="45719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85295C7-3F06-6783-488C-2ED591F8C2A2}"/>
              </a:ext>
            </a:extLst>
          </p:cNvPr>
          <p:cNvSpPr/>
          <p:nvPr/>
        </p:nvSpPr>
        <p:spPr>
          <a:xfrm>
            <a:off x="3132777" y="7106202"/>
            <a:ext cx="370827" cy="282270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0E3E48F-5826-BDF1-D11F-B146E3A12E03}"/>
              </a:ext>
            </a:extLst>
          </p:cNvPr>
          <p:cNvSpPr/>
          <p:nvPr/>
        </p:nvSpPr>
        <p:spPr>
          <a:xfrm>
            <a:off x="980239" y="7281129"/>
            <a:ext cx="310101" cy="214685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4AD20226-0045-0606-457F-BD846AAD84E6}"/>
              </a:ext>
            </a:extLst>
          </p:cNvPr>
          <p:cNvSpPr/>
          <p:nvPr/>
        </p:nvSpPr>
        <p:spPr>
          <a:xfrm>
            <a:off x="4407964" y="6796100"/>
            <a:ext cx="159026" cy="159026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5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9BB9BE2-0C9C-7F56-C649-6FFB8AC72B0E}"/>
              </a:ext>
            </a:extLst>
          </p:cNvPr>
          <p:cNvSpPr/>
          <p:nvPr/>
        </p:nvSpPr>
        <p:spPr>
          <a:xfrm>
            <a:off x="4090102" y="6740441"/>
            <a:ext cx="310101" cy="214685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9DEDE25F-582B-7D7C-E677-6D1020B89EAC}"/>
              </a:ext>
            </a:extLst>
          </p:cNvPr>
          <p:cNvSpPr/>
          <p:nvPr/>
        </p:nvSpPr>
        <p:spPr>
          <a:xfrm>
            <a:off x="4701456" y="6351153"/>
            <a:ext cx="159026" cy="159026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6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ED63011F-6D81-E4C6-3F20-8A7ACDB72D49}"/>
              </a:ext>
            </a:extLst>
          </p:cNvPr>
          <p:cNvSpPr/>
          <p:nvPr/>
        </p:nvSpPr>
        <p:spPr>
          <a:xfrm>
            <a:off x="5153975" y="5370133"/>
            <a:ext cx="310101" cy="214685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4A4EC15-D14C-0AFC-7A64-CEA0ED338AC7}"/>
              </a:ext>
            </a:extLst>
          </p:cNvPr>
          <p:cNvSpPr/>
          <p:nvPr/>
        </p:nvSpPr>
        <p:spPr>
          <a:xfrm>
            <a:off x="5074462" y="5318450"/>
            <a:ext cx="159026" cy="159026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8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7E07A8B1-7EEB-CB5A-9CBC-9CBC3F07F456}"/>
              </a:ext>
            </a:extLst>
          </p:cNvPr>
          <p:cNvSpPr/>
          <p:nvPr/>
        </p:nvSpPr>
        <p:spPr>
          <a:xfrm>
            <a:off x="5638624" y="6136468"/>
            <a:ext cx="310101" cy="214685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B7F9C341-6B79-59F4-D0EB-197B5976F645}"/>
              </a:ext>
            </a:extLst>
          </p:cNvPr>
          <p:cNvSpPr/>
          <p:nvPr/>
        </p:nvSpPr>
        <p:spPr>
          <a:xfrm>
            <a:off x="5559111" y="6084785"/>
            <a:ext cx="159026" cy="159026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7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6AAA172-A30B-BA91-1EB6-5FBE7B6F9DA6}"/>
              </a:ext>
            </a:extLst>
          </p:cNvPr>
          <p:cNvSpPr/>
          <p:nvPr/>
        </p:nvSpPr>
        <p:spPr>
          <a:xfrm rot="3904009" flipH="1">
            <a:off x="3197492" y="4451257"/>
            <a:ext cx="175528" cy="3761662"/>
          </a:xfrm>
          <a:prstGeom prst="rect">
            <a:avLst/>
          </a:prstGeom>
          <a:noFill/>
          <a:ln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9CDED2-93C4-8305-BF22-142AE4C2EEF8}"/>
              </a:ext>
            </a:extLst>
          </p:cNvPr>
          <p:cNvSpPr txBox="1"/>
          <p:nvPr/>
        </p:nvSpPr>
        <p:spPr>
          <a:xfrm>
            <a:off x="533849" y="8553951"/>
            <a:ext cx="19768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대전근현대사전시관</a:t>
            </a:r>
            <a:r>
              <a:rPr lang="ko-KR" altLang="en-US" sz="1000" dirty="0"/>
              <a:t> </a:t>
            </a:r>
            <a:r>
              <a:rPr lang="en-US" altLang="ko-KR" sz="1000" dirty="0"/>
              <a:t>(</a:t>
            </a:r>
            <a:r>
              <a:rPr lang="ko-KR" altLang="en-US" sz="1000" dirty="0"/>
              <a:t>무료 관람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2C49B61B-6E27-DBE8-8CB8-DDF3CD805071}"/>
              </a:ext>
            </a:extLst>
          </p:cNvPr>
          <p:cNvSpPr/>
          <p:nvPr/>
        </p:nvSpPr>
        <p:spPr>
          <a:xfrm>
            <a:off x="374823" y="8843190"/>
            <a:ext cx="159026" cy="159026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2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F7C1DA-ACCC-299F-6F2E-99CB874C035B}"/>
              </a:ext>
            </a:extLst>
          </p:cNvPr>
          <p:cNvSpPr txBox="1"/>
          <p:nvPr/>
        </p:nvSpPr>
        <p:spPr>
          <a:xfrm>
            <a:off x="533849" y="8799592"/>
            <a:ext cx="18149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정영복</a:t>
            </a:r>
            <a:r>
              <a:rPr lang="ko-KR" altLang="en-US" sz="1000" dirty="0"/>
              <a:t> 미술공간 </a:t>
            </a:r>
            <a:r>
              <a:rPr lang="en-US" altLang="ko-KR" sz="1000" dirty="0"/>
              <a:t>(</a:t>
            </a:r>
            <a:r>
              <a:rPr lang="ko-KR" altLang="en-US" sz="1000" dirty="0"/>
              <a:t>무료 관람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8447E710-B9AB-1D00-39B4-2349005673C8}"/>
              </a:ext>
            </a:extLst>
          </p:cNvPr>
          <p:cNvSpPr/>
          <p:nvPr/>
        </p:nvSpPr>
        <p:spPr>
          <a:xfrm>
            <a:off x="374823" y="9088831"/>
            <a:ext cx="159026" cy="159026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3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2BCBC1-4772-8EC3-70AF-3E0D5C0393B3}"/>
              </a:ext>
            </a:extLst>
          </p:cNvPr>
          <p:cNvSpPr txBox="1"/>
          <p:nvPr/>
        </p:nvSpPr>
        <p:spPr>
          <a:xfrm>
            <a:off x="533849" y="9045233"/>
            <a:ext cx="23054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우리들 공원 </a:t>
            </a:r>
            <a:r>
              <a:rPr lang="en-US" altLang="ko-KR" sz="1000" dirty="0"/>
              <a:t>+ </a:t>
            </a:r>
            <a:r>
              <a:rPr lang="ko-KR" altLang="en-US" sz="1000" dirty="0"/>
              <a:t>대흥동 문화예술의 거리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9C4BF609-4892-9496-78B6-0A1AD3DD7DC0}"/>
              </a:ext>
            </a:extLst>
          </p:cNvPr>
          <p:cNvSpPr/>
          <p:nvPr/>
        </p:nvSpPr>
        <p:spPr>
          <a:xfrm>
            <a:off x="374823" y="9334471"/>
            <a:ext cx="159026" cy="159026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4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A22933-AC08-F6CD-59AC-7E45BDD318D4}"/>
              </a:ext>
            </a:extLst>
          </p:cNvPr>
          <p:cNvSpPr txBox="1"/>
          <p:nvPr/>
        </p:nvSpPr>
        <p:spPr>
          <a:xfrm>
            <a:off x="533849" y="9290873"/>
            <a:ext cx="8515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대흥동 성당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1095B105-0E8D-C634-8A5C-AE7B1CA3B625}"/>
              </a:ext>
            </a:extLst>
          </p:cNvPr>
          <p:cNvSpPr/>
          <p:nvPr/>
        </p:nvSpPr>
        <p:spPr>
          <a:xfrm>
            <a:off x="3832966" y="7394657"/>
            <a:ext cx="310101" cy="214685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71F55EE-A877-395F-C627-94216B7049E1}"/>
              </a:ext>
            </a:extLst>
          </p:cNvPr>
          <p:cNvSpPr/>
          <p:nvPr/>
        </p:nvSpPr>
        <p:spPr>
          <a:xfrm>
            <a:off x="3862741" y="7316909"/>
            <a:ext cx="159026" cy="159026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4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256687CD-11F7-9C90-EAED-2CD060D30608}"/>
              </a:ext>
            </a:extLst>
          </p:cNvPr>
          <p:cNvSpPr/>
          <p:nvPr/>
        </p:nvSpPr>
        <p:spPr>
          <a:xfrm>
            <a:off x="3134328" y="8597549"/>
            <a:ext cx="159026" cy="159026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5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160C42-3D43-A954-6DE0-680D595CB5DC}"/>
              </a:ext>
            </a:extLst>
          </p:cNvPr>
          <p:cNvSpPr txBox="1"/>
          <p:nvPr/>
        </p:nvSpPr>
        <p:spPr>
          <a:xfrm>
            <a:off x="3293354" y="8553951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성심당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93969F30-7611-B569-FFC1-5ED7AC2D9190}"/>
              </a:ext>
            </a:extLst>
          </p:cNvPr>
          <p:cNvSpPr/>
          <p:nvPr/>
        </p:nvSpPr>
        <p:spPr>
          <a:xfrm>
            <a:off x="3134328" y="8843190"/>
            <a:ext cx="159026" cy="159026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6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2F27B7-78A8-A9C5-6E3B-1CF84C353743}"/>
              </a:ext>
            </a:extLst>
          </p:cNvPr>
          <p:cNvSpPr txBox="1"/>
          <p:nvPr/>
        </p:nvSpPr>
        <p:spPr>
          <a:xfrm>
            <a:off x="3293354" y="8799592"/>
            <a:ext cx="21307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으능정이</a:t>
            </a:r>
            <a:r>
              <a:rPr lang="ko-KR" altLang="en-US" sz="1000" dirty="0"/>
              <a:t> 문화의거리 </a:t>
            </a:r>
            <a:r>
              <a:rPr lang="en-US" altLang="ko-KR" sz="1000" dirty="0"/>
              <a:t>(</a:t>
            </a:r>
            <a:r>
              <a:rPr lang="ko-KR" altLang="en-US" sz="1000" dirty="0"/>
              <a:t>스카이 로드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16A68125-CF41-03C2-0566-4513F6E8F1E6}"/>
              </a:ext>
            </a:extLst>
          </p:cNvPr>
          <p:cNvSpPr/>
          <p:nvPr/>
        </p:nvSpPr>
        <p:spPr>
          <a:xfrm>
            <a:off x="3134328" y="9088831"/>
            <a:ext cx="159026" cy="159026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7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9F9936-A468-2D43-21C0-A17BBDA364D9}"/>
              </a:ext>
            </a:extLst>
          </p:cNvPr>
          <p:cNvSpPr txBox="1"/>
          <p:nvPr/>
        </p:nvSpPr>
        <p:spPr>
          <a:xfrm>
            <a:off x="3293354" y="904523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은행교</a:t>
            </a:r>
            <a:endParaRPr lang="ko-KR" altLang="en-US" sz="1000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AB9B0E38-C824-4244-1654-4C4180D19E23}"/>
              </a:ext>
            </a:extLst>
          </p:cNvPr>
          <p:cNvSpPr/>
          <p:nvPr/>
        </p:nvSpPr>
        <p:spPr>
          <a:xfrm>
            <a:off x="3134328" y="9334471"/>
            <a:ext cx="159026" cy="159026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8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A4CE22-8E7A-A90E-B261-888D4293A021}"/>
              </a:ext>
            </a:extLst>
          </p:cNvPr>
          <p:cNvSpPr txBox="1"/>
          <p:nvPr/>
        </p:nvSpPr>
        <p:spPr>
          <a:xfrm>
            <a:off x="3293354" y="929087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목척교</a:t>
            </a:r>
            <a:endParaRPr lang="ko-KR" altLang="en-US" sz="10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B2702F4-A7B4-6D49-481C-338F5DA82BAE}"/>
              </a:ext>
            </a:extLst>
          </p:cNvPr>
          <p:cNvSpPr/>
          <p:nvPr/>
        </p:nvSpPr>
        <p:spPr>
          <a:xfrm>
            <a:off x="326145" y="359381"/>
            <a:ext cx="2701858" cy="445273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대전 시티투어 </a:t>
            </a:r>
            <a:r>
              <a:rPr lang="ko-KR" altLang="en-US" dirty="0" err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미션지</a:t>
            </a:r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ADLaM Display" panose="02010000000000000000" pitchFamily="2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61CE24C-48B2-77F6-B9E7-EF32E1A806EF}"/>
              </a:ext>
            </a:extLst>
          </p:cNvPr>
          <p:cNvSpPr/>
          <p:nvPr/>
        </p:nvSpPr>
        <p:spPr>
          <a:xfrm rot="5400000" flipH="1">
            <a:off x="4887385" y="9083183"/>
            <a:ext cx="174929" cy="642506"/>
          </a:xfrm>
          <a:prstGeom prst="rect">
            <a:avLst/>
          </a:prstGeom>
          <a:noFill/>
          <a:ln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68E268D-F57E-DF6D-A16F-9D10E12652FC}"/>
              </a:ext>
            </a:extLst>
          </p:cNvPr>
          <p:cNvSpPr txBox="1"/>
          <p:nvPr/>
        </p:nvSpPr>
        <p:spPr>
          <a:xfrm>
            <a:off x="5310258" y="9290873"/>
            <a:ext cx="13356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지하상가 </a:t>
            </a:r>
            <a:r>
              <a:rPr lang="en-US" altLang="ko-KR" sz="1000" dirty="0"/>
              <a:t>(</a:t>
            </a:r>
            <a:r>
              <a:rPr lang="ko-KR" altLang="en-US" sz="1000" dirty="0"/>
              <a:t>시원한 길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3873BB9-960D-6C11-E9DD-3FD755831E8E}"/>
              </a:ext>
            </a:extLst>
          </p:cNvPr>
          <p:cNvSpPr/>
          <p:nvPr/>
        </p:nvSpPr>
        <p:spPr>
          <a:xfrm>
            <a:off x="3573186" y="359381"/>
            <a:ext cx="2287874" cy="445273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(           ) </a:t>
            </a:r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조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9E4638B-4CF9-FB04-DB11-D6C0B7E1E6F6}"/>
              </a:ext>
            </a:extLst>
          </p:cNvPr>
          <p:cNvSpPr txBox="1"/>
          <p:nvPr/>
        </p:nvSpPr>
        <p:spPr>
          <a:xfrm>
            <a:off x="237989" y="1022565"/>
            <a:ext cx="54745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1. </a:t>
            </a:r>
            <a:r>
              <a:rPr lang="ko-KR" altLang="en-US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활동 시간 </a:t>
            </a:r>
            <a:r>
              <a:rPr lang="en-US" altLang="ko-KR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: 12</a:t>
            </a:r>
            <a:r>
              <a:rPr lang="ko-KR" altLang="en-US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시 </a:t>
            </a:r>
            <a:r>
              <a:rPr lang="en-US" altLang="ko-KR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~ 15</a:t>
            </a:r>
            <a:r>
              <a:rPr lang="ko-KR" altLang="en-US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시</a:t>
            </a:r>
            <a:r>
              <a:rPr lang="en-US" altLang="ko-KR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   (</a:t>
            </a:r>
            <a:r>
              <a:rPr lang="ko-KR" altLang="en-US" sz="1200" dirty="0" err="1">
                <a:latin typeface="HY목각파임B" panose="02030600000101010101" pitchFamily="18" charset="-127"/>
                <a:ea typeface="HY목각파임B" panose="02030600000101010101" pitchFamily="18" charset="-127"/>
              </a:rPr>
              <a:t>중앙로역</a:t>
            </a:r>
            <a:r>
              <a:rPr lang="ko-KR" altLang="en-US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4</a:t>
            </a:r>
            <a:r>
              <a:rPr lang="ko-KR" altLang="en-US" sz="1200" dirty="0">
                <a:solidFill>
                  <a:srgbClr val="0000FF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번 출구</a:t>
            </a:r>
            <a:r>
              <a:rPr lang="ko-KR" altLang="en-US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로</a:t>
            </a:r>
            <a:r>
              <a:rPr lang="ko-KR" altLang="en-US" sz="1200" dirty="0">
                <a:solidFill>
                  <a:srgbClr val="0000FF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14:55</a:t>
            </a:r>
            <a:r>
              <a:rPr lang="ko-KR" altLang="en-US" sz="1200" dirty="0">
                <a:solidFill>
                  <a:srgbClr val="0000FF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분까지</a:t>
            </a:r>
            <a:r>
              <a:rPr lang="ko-KR" altLang="en-US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 집결</a:t>
            </a:r>
            <a:r>
              <a:rPr lang="en-US" altLang="ko-KR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) </a:t>
            </a:r>
            <a:endParaRPr lang="ko-KR" altLang="en-US" sz="1200" dirty="0"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D044E4-FC72-1A05-69DF-A581C2D4E342}"/>
              </a:ext>
            </a:extLst>
          </p:cNvPr>
          <p:cNvSpPr txBox="1"/>
          <p:nvPr/>
        </p:nvSpPr>
        <p:spPr>
          <a:xfrm>
            <a:off x="237989" y="1285026"/>
            <a:ext cx="48077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2. </a:t>
            </a:r>
            <a:r>
              <a:rPr lang="ko-KR" altLang="en-US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활동 장소 </a:t>
            </a:r>
            <a:r>
              <a:rPr lang="en-US" altLang="ko-KR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: </a:t>
            </a:r>
            <a:r>
              <a:rPr lang="ko-KR" altLang="en-US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대전시 중구 </a:t>
            </a:r>
            <a:r>
              <a:rPr lang="ko-KR" altLang="en-US" sz="1200" dirty="0" err="1">
                <a:latin typeface="HY목각파임B" panose="02030600000101010101" pitchFamily="18" charset="-127"/>
                <a:ea typeface="HY목각파임B" panose="02030600000101010101" pitchFamily="18" charset="-127"/>
              </a:rPr>
              <a:t>은행동</a:t>
            </a:r>
            <a:r>
              <a:rPr lang="ko-KR" altLang="en-US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 </a:t>
            </a:r>
            <a:r>
              <a:rPr lang="en-US" altLang="ko-KR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&amp; </a:t>
            </a:r>
            <a:r>
              <a:rPr lang="ko-KR" altLang="en-US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대흥동 일대 </a:t>
            </a:r>
            <a:r>
              <a:rPr lang="en-US" altLang="ko-KR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(</a:t>
            </a:r>
            <a:r>
              <a:rPr lang="ko-KR" altLang="en-US" sz="1200" dirty="0" err="1">
                <a:latin typeface="HY목각파임B" panose="02030600000101010101" pitchFamily="18" charset="-127"/>
                <a:ea typeface="HY목각파임B" panose="02030600000101010101" pitchFamily="18" charset="-127"/>
              </a:rPr>
              <a:t>중앙로역</a:t>
            </a:r>
            <a:r>
              <a:rPr lang="ko-KR" altLang="en-US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 근처</a:t>
            </a:r>
            <a:r>
              <a:rPr lang="en-US" altLang="ko-KR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)</a:t>
            </a:r>
            <a:endParaRPr lang="ko-KR" altLang="en-US" sz="1200" dirty="0"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1BA41E-7856-C544-2BE8-41D5E56CB1EB}"/>
              </a:ext>
            </a:extLst>
          </p:cNvPr>
          <p:cNvSpPr txBox="1"/>
          <p:nvPr/>
        </p:nvSpPr>
        <p:spPr>
          <a:xfrm>
            <a:off x="237989" y="1551223"/>
            <a:ext cx="5583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3. </a:t>
            </a:r>
            <a:r>
              <a:rPr lang="ko-KR" altLang="en-US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활동 내용 </a:t>
            </a:r>
            <a:r>
              <a:rPr lang="en-US" altLang="ko-KR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: </a:t>
            </a:r>
            <a:r>
              <a:rPr lang="ko-KR" altLang="en-US" sz="1200" dirty="0" err="1">
                <a:latin typeface="HY목각파임B" panose="02030600000101010101" pitchFamily="18" charset="-127"/>
                <a:ea typeface="HY목각파임B" panose="02030600000101010101" pitchFamily="18" charset="-127"/>
              </a:rPr>
              <a:t>조원들간의</a:t>
            </a:r>
            <a:r>
              <a:rPr lang="ko-KR" altLang="en-US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 친교</a:t>
            </a:r>
            <a:r>
              <a:rPr lang="en-US" altLang="ko-KR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, </a:t>
            </a:r>
            <a:r>
              <a:rPr lang="ko-KR" altLang="en-US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점심 식사</a:t>
            </a:r>
            <a:r>
              <a:rPr lang="en-US" altLang="ko-KR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, </a:t>
            </a:r>
            <a:r>
              <a:rPr lang="ko-KR" altLang="en-US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대전시내 구경</a:t>
            </a:r>
            <a:r>
              <a:rPr lang="en-US" altLang="ko-KR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, </a:t>
            </a:r>
            <a:r>
              <a:rPr lang="ko-KR" altLang="en-US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간식</a:t>
            </a:r>
            <a:r>
              <a:rPr lang="en-US" altLang="ko-KR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, </a:t>
            </a:r>
            <a:r>
              <a:rPr lang="ko-KR" altLang="en-US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걷기 운동</a:t>
            </a:r>
            <a:r>
              <a:rPr lang="en-US" altLang="ko-KR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^^ </a:t>
            </a:r>
            <a:endParaRPr lang="ko-KR" altLang="en-US" sz="1200" dirty="0"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64A02E7-E8D1-2760-6AFA-CEF104743903}"/>
              </a:ext>
            </a:extLst>
          </p:cNvPr>
          <p:cNvSpPr txBox="1"/>
          <p:nvPr/>
        </p:nvSpPr>
        <p:spPr>
          <a:xfrm>
            <a:off x="237989" y="1838436"/>
            <a:ext cx="6490627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4. </a:t>
            </a:r>
            <a:r>
              <a:rPr lang="ko-KR" altLang="en-US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미션 </a:t>
            </a:r>
            <a:r>
              <a:rPr lang="en-US" altLang="ko-KR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: </a:t>
            </a:r>
            <a:r>
              <a:rPr lang="ko-KR" altLang="en-US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아래 장소들 중 </a:t>
            </a:r>
            <a:r>
              <a:rPr lang="en-US" altLang="ko-KR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2</a:t>
            </a:r>
            <a:r>
              <a:rPr lang="ko-KR" altLang="en-US" sz="12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곳 자유 선정하여 각각 미션 수행 </a:t>
            </a:r>
            <a:r>
              <a:rPr lang="en-US" altLang="ko-KR" sz="11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(</a:t>
            </a:r>
            <a:r>
              <a:rPr lang="en-US" altLang="ko-KR" sz="1100" dirty="0">
                <a:solidFill>
                  <a:srgbClr val="0000FF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+</a:t>
            </a:r>
            <a:r>
              <a:rPr lang="ko-KR" altLang="en-US" sz="1100" dirty="0">
                <a:solidFill>
                  <a:srgbClr val="0000FF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인증샷</a:t>
            </a:r>
            <a:r>
              <a:rPr lang="en-US" altLang="ko-KR" sz="1100" dirty="0">
                <a:solidFill>
                  <a:srgbClr val="0000FF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 </a:t>
            </a:r>
            <a:r>
              <a:rPr lang="ko-KR" altLang="en-US" sz="1100" dirty="0">
                <a:solidFill>
                  <a:srgbClr val="0000FF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미션 </a:t>
            </a:r>
            <a:r>
              <a:rPr lang="ko-KR" altLang="en-US" sz="1100" dirty="0" err="1">
                <a:solidFill>
                  <a:srgbClr val="0000FF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단톡방에</a:t>
            </a:r>
            <a:r>
              <a:rPr lang="ko-KR" altLang="en-US" sz="1100" dirty="0">
                <a:solidFill>
                  <a:srgbClr val="0000FF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 업로드</a:t>
            </a:r>
            <a:r>
              <a:rPr lang="en-US" altLang="ko-KR" sz="11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)</a:t>
            </a:r>
          </a:p>
          <a:p>
            <a:pPr>
              <a:spcBef>
                <a:spcPts val="300"/>
              </a:spcBef>
            </a:pP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                - 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단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동일 구역 안의 장소들은 동시 선정 불가함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.</a:t>
            </a:r>
            <a:b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</a:b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                          ex1: 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④번 </a:t>
            </a:r>
            <a:r>
              <a:rPr lang="ko-KR" altLang="en-US" sz="10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선택시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 ③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,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⑤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,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⑥ 안됨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,    ex2: 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⑦번 </a:t>
            </a:r>
            <a:r>
              <a:rPr lang="ko-KR" altLang="en-US" sz="10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선택시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 ⑥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,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⑧ 안됨</a:t>
            </a:r>
            <a:endParaRPr lang="en-US" altLang="ko-KR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>
              <a:spcBef>
                <a:spcPts val="300"/>
              </a:spcBef>
            </a:pP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                - 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특별 가산점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①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+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⑦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 장소 또는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②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+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⑧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장소에서 미션 </a:t>
            </a:r>
            <a:r>
              <a:rPr lang="ko-KR" altLang="en-US" sz="11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수행시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+100</a:t>
            </a:r>
            <a:r>
              <a: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점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79CF1E-7F67-1FAF-161E-EDF6F8D71E59}"/>
              </a:ext>
            </a:extLst>
          </p:cNvPr>
          <p:cNvSpPr txBox="1"/>
          <p:nvPr/>
        </p:nvSpPr>
        <p:spPr>
          <a:xfrm>
            <a:off x="417755" y="2930308"/>
            <a:ext cx="61468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b.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ko-KR" altLang="en-US" sz="1200" b="1" dirty="0">
                <a:latin typeface="HY엽서M" panose="02030600000101010101" pitchFamily="18" charset="-127"/>
                <a:ea typeface="HY엽서M" panose="02030600000101010101" pitchFamily="18" charset="-127"/>
              </a:rPr>
              <a:t>미션</a:t>
            </a:r>
            <a:r>
              <a:rPr lang="en-US" altLang="ko-KR" sz="1200" b="1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en-US" altLang="ko-KR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+100</a:t>
            </a:r>
            <a:r>
              <a:rPr lang="ko-KR" altLang="en-US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점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두번째 장소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[     ]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에서 조원 모두가 </a:t>
            </a:r>
            <a:r>
              <a:rPr lang="ko-KR" altLang="en-US" sz="1200" b="1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같은 포즈로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단체사진 찍기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D7948CE-E04D-3518-7ABE-DD0056A93A84}"/>
              </a:ext>
            </a:extLst>
          </p:cNvPr>
          <p:cNvSpPr txBox="1"/>
          <p:nvPr/>
        </p:nvSpPr>
        <p:spPr>
          <a:xfrm>
            <a:off x="417756" y="2681187"/>
            <a:ext cx="6146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a.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ko-KR" altLang="en-US" sz="1200" b="1" dirty="0">
                <a:latin typeface="HY엽서M" panose="02030600000101010101" pitchFamily="18" charset="-127"/>
                <a:ea typeface="HY엽서M" panose="02030600000101010101" pitchFamily="18" charset="-127"/>
              </a:rPr>
              <a:t>미션</a:t>
            </a:r>
            <a:r>
              <a:rPr lang="en-US" altLang="ko-KR" sz="1200" b="1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en-US" altLang="ko-KR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+100</a:t>
            </a:r>
            <a:r>
              <a:rPr lang="ko-KR" altLang="en-US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점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첫번째 장소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[     ]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에서 조원 모두가 </a:t>
            </a:r>
            <a:r>
              <a:rPr lang="ko-KR" altLang="en-US" sz="1200" b="1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가장 크게 웃는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단체사진 찍기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FB8F3F-EADD-C565-4C87-6ECF88C3F657}"/>
              </a:ext>
            </a:extLst>
          </p:cNvPr>
          <p:cNvSpPr txBox="1"/>
          <p:nvPr/>
        </p:nvSpPr>
        <p:spPr>
          <a:xfrm>
            <a:off x="417756" y="3172535"/>
            <a:ext cx="6310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c.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ko-KR" altLang="en-US" sz="1200" b="1" dirty="0">
                <a:latin typeface="HY엽서M" panose="02030600000101010101" pitchFamily="18" charset="-127"/>
                <a:ea typeface="HY엽서M" panose="02030600000101010101" pitchFamily="18" charset="-127"/>
              </a:rPr>
              <a:t>미션</a:t>
            </a:r>
            <a:r>
              <a:rPr lang="en-US" altLang="ko-KR" sz="1200" b="1" dirty="0">
                <a:latin typeface="HY엽서M" panose="02030600000101010101" pitchFamily="18" charset="-127"/>
                <a:ea typeface="HY엽서M" panose="02030600000101010101" pitchFamily="18" charset="-127"/>
              </a:rPr>
              <a:t>3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en-US" altLang="ko-KR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+300</a:t>
            </a:r>
            <a:r>
              <a:rPr lang="ko-KR" altLang="en-US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점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(3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시간 동안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) </a:t>
            </a:r>
            <a:r>
              <a:rPr lang="ko-KR" altLang="en-US" sz="1200" b="1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숨은 글자 찾기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('</a:t>
            </a:r>
            <a:r>
              <a:rPr lang="ko-KR" altLang="en-US" sz="1200" dirty="0" err="1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빌드업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 하나님 나라를 세우는 세대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＂)</a:t>
            </a:r>
            <a:b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</a:b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                        - 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한 글자 씩의 사진들을 모아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14:50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분까지 한번에 업로드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찾을 수 있는 만큼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)</a:t>
            </a:r>
            <a:endParaRPr lang="ko-KR" altLang="en-US" sz="11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949A5812-1DAE-02AE-C1F2-1310090A3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827" y="3671128"/>
            <a:ext cx="889253" cy="724499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24D0795E-BA1B-136E-9209-1FDD7DF72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5738" y="3847109"/>
            <a:ext cx="428796" cy="292078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27C0B249-EF2D-95C1-3C71-1C05654C51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3306" y="3847109"/>
            <a:ext cx="334729" cy="289669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5F989C11-5166-B785-B971-9AB724A32C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0818" y="3847109"/>
            <a:ext cx="385508" cy="289669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926A4904-EDA9-DE15-29FB-1A951F7CB2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51617" y="3666446"/>
            <a:ext cx="1012982" cy="716728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CF3EE45B-19BC-3C65-BC0D-AF8D7BE034F1}"/>
              </a:ext>
            </a:extLst>
          </p:cNvPr>
          <p:cNvSpPr txBox="1"/>
          <p:nvPr/>
        </p:nvSpPr>
        <p:spPr>
          <a:xfrm>
            <a:off x="988182" y="3850983"/>
            <a:ext cx="10230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ex: 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빌 </a:t>
            </a:r>
            <a:r>
              <a:rPr lang="ko-KR" altLang="en-US" sz="11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드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 업 </a:t>
            </a: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7B51C04A-5431-5D25-4EB6-953982705C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85802" y="3678115"/>
            <a:ext cx="666498" cy="705058"/>
          </a:xfrm>
          <a:prstGeom prst="rect">
            <a:avLst/>
          </a:prstGeom>
        </p:spPr>
      </p:pic>
      <p:sp>
        <p:nvSpPr>
          <p:cNvPr id="60" name="화살표: 왼쪽 59">
            <a:extLst>
              <a:ext uri="{FF2B5EF4-FFF2-40B4-BE49-F238E27FC236}">
                <a16:creationId xmlns:a16="http://schemas.microsoft.com/office/drawing/2014/main" id="{E81710D9-6A6C-6AF1-88D0-74446992282B}"/>
              </a:ext>
            </a:extLst>
          </p:cNvPr>
          <p:cNvSpPr/>
          <p:nvPr/>
        </p:nvSpPr>
        <p:spPr>
          <a:xfrm>
            <a:off x="3491756" y="3854659"/>
            <a:ext cx="210250" cy="312084"/>
          </a:xfrm>
          <a:prstGeom prst="lef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E1E3757C-4340-DBF6-238C-61E912FB0C92}"/>
              </a:ext>
            </a:extLst>
          </p:cNvPr>
          <p:cNvSpPr/>
          <p:nvPr/>
        </p:nvSpPr>
        <p:spPr>
          <a:xfrm>
            <a:off x="4164890" y="3866686"/>
            <a:ext cx="310101" cy="21468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391607C0-6EB4-2694-CC68-7D759F76F191}"/>
              </a:ext>
            </a:extLst>
          </p:cNvPr>
          <p:cNvSpPr/>
          <p:nvPr/>
        </p:nvSpPr>
        <p:spPr>
          <a:xfrm>
            <a:off x="4918192" y="3992450"/>
            <a:ext cx="144140" cy="1869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DDA7560E-5DBD-04A7-3DC7-3A98B5E20F0B}"/>
              </a:ext>
            </a:extLst>
          </p:cNvPr>
          <p:cNvSpPr/>
          <p:nvPr/>
        </p:nvSpPr>
        <p:spPr>
          <a:xfrm>
            <a:off x="6189672" y="3975033"/>
            <a:ext cx="183484" cy="18690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1CE068F3-D785-E812-CD37-BE9719433606}"/>
              </a:ext>
            </a:extLst>
          </p:cNvPr>
          <p:cNvSpPr/>
          <p:nvPr/>
        </p:nvSpPr>
        <p:spPr>
          <a:xfrm>
            <a:off x="2147480" y="7710257"/>
            <a:ext cx="180635" cy="214685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26ED29C-9DA5-CF26-D9A3-1EA81A924FE5}"/>
              </a:ext>
            </a:extLst>
          </p:cNvPr>
          <p:cNvSpPr/>
          <p:nvPr/>
        </p:nvSpPr>
        <p:spPr>
          <a:xfrm>
            <a:off x="2041728" y="7766746"/>
            <a:ext cx="159026" cy="159026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2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29F8E991-993E-2BFF-33EF-B2B868B544B7}"/>
              </a:ext>
            </a:extLst>
          </p:cNvPr>
          <p:cNvSpPr/>
          <p:nvPr/>
        </p:nvSpPr>
        <p:spPr>
          <a:xfrm>
            <a:off x="3361060" y="7064292"/>
            <a:ext cx="159026" cy="159026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3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0728D9-AA07-5D52-8218-131C14493851}"/>
              </a:ext>
            </a:extLst>
          </p:cNvPr>
          <p:cNvSpPr/>
          <p:nvPr/>
        </p:nvSpPr>
        <p:spPr>
          <a:xfrm>
            <a:off x="740780" y="6786164"/>
            <a:ext cx="1812526" cy="1475846"/>
          </a:xfrm>
          <a:prstGeom prst="rect">
            <a:avLst/>
          </a:prstGeom>
          <a:solidFill>
            <a:schemeClr val="tx2">
              <a:lumMod val="10000"/>
              <a:lumOff val="90000"/>
              <a:alpha val="40000"/>
            </a:schemeClr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99CCBB2-8A3B-B9F4-DCFD-7D62D49ADDC5}"/>
              </a:ext>
            </a:extLst>
          </p:cNvPr>
          <p:cNvSpPr/>
          <p:nvPr/>
        </p:nvSpPr>
        <p:spPr>
          <a:xfrm>
            <a:off x="2814915" y="6243811"/>
            <a:ext cx="2247417" cy="1670733"/>
          </a:xfrm>
          <a:prstGeom prst="rect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A4A1830-409D-C0E6-362F-47178FB0678D}"/>
              </a:ext>
            </a:extLst>
          </p:cNvPr>
          <p:cNvSpPr/>
          <p:nvPr/>
        </p:nvSpPr>
        <p:spPr>
          <a:xfrm>
            <a:off x="4481440" y="5135210"/>
            <a:ext cx="1739895" cy="1475846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3816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B981248-EE91-09AE-A0F6-2802EF29E7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4145" y="2970265"/>
            <a:ext cx="1365541" cy="177429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5D000B36-1ED9-EDF9-ECFB-B7AD0E50AC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4145" y="6063767"/>
            <a:ext cx="2434228" cy="121714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30FF29E-C322-A186-2EFB-BD7220C0CB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4145" y="5151616"/>
            <a:ext cx="1317633" cy="870418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A9508919-00E8-76BF-8798-8D9B94D5EBB8}"/>
              </a:ext>
            </a:extLst>
          </p:cNvPr>
          <p:cNvSpPr/>
          <p:nvPr/>
        </p:nvSpPr>
        <p:spPr>
          <a:xfrm>
            <a:off x="473834" y="856886"/>
            <a:ext cx="159026" cy="159026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1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D7DB8F-E275-956D-BBAA-285B39E5229E}"/>
              </a:ext>
            </a:extLst>
          </p:cNvPr>
          <p:cNvSpPr txBox="1"/>
          <p:nvPr/>
        </p:nvSpPr>
        <p:spPr>
          <a:xfrm>
            <a:off x="632860" y="813288"/>
            <a:ext cx="19511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대전근현대사전시관</a:t>
            </a:r>
            <a:r>
              <a:rPr lang="ko-KR" altLang="en-US" sz="1000" dirty="0"/>
              <a:t> </a:t>
            </a:r>
            <a:r>
              <a:rPr lang="en-US" altLang="ko-KR" sz="1000" dirty="0"/>
              <a:t>(</a:t>
            </a:r>
            <a:r>
              <a:rPr lang="ko-KR" altLang="en-US" sz="1000" dirty="0"/>
              <a:t>무료관람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58703C5-AF37-8F03-6B46-697E9DC73F7A}"/>
              </a:ext>
            </a:extLst>
          </p:cNvPr>
          <p:cNvSpPr/>
          <p:nvPr/>
        </p:nvSpPr>
        <p:spPr>
          <a:xfrm>
            <a:off x="473834" y="2768294"/>
            <a:ext cx="159026" cy="159026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2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78B5F8-15DF-5CFE-BB21-46C9621EB5FE}"/>
              </a:ext>
            </a:extLst>
          </p:cNvPr>
          <p:cNvSpPr txBox="1"/>
          <p:nvPr/>
        </p:nvSpPr>
        <p:spPr>
          <a:xfrm>
            <a:off x="632860" y="2724696"/>
            <a:ext cx="17459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정영복</a:t>
            </a:r>
            <a:r>
              <a:rPr lang="ko-KR" altLang="en-US" sz="1000" dirty="0"/>
              <a:t> 미술공간 </a:t>
            </a:r>
            <a:r>
              <a:rPr lang="en-US" altLang="ko-KR" sz="1000" dirty="0"/>
              <a:t>(</a:t>
            </a:r>
            <a:r>
              <a:rPr lang="ko-KR" altLang="en-US" sz="1000" dirty="0"/>
              <a:t>무료 관람</a:t>
            </a:r>
            <a:r>
              <a:rPr lang="en-US" altLang="ko-KR" sz="1000" dirty="0"/>
              <a:t>)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DAE7CB15-1A49-3692-B73E-0A14B4865C3C}"/>
              </a:ext>
            </a:extLst>
          </p:cNvPr>
          <p:cNvSpPr/>
          <p:nvPr/>
        </p:nvSpPr>
        <p:spPr>
          <a:xfrm>
            <a:off x="473834" y="4947220"/>
            <a:ext cx="159026" cy="159026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3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057C12-83A0-98F2-7822-A4F5F4AE405A}"/>
              </a:ext>
            </a:extLst>
          </p:cNvPr>
          <p:cNvSpPr txBox="1"/>
          <p:nvPr/>
        </p:nvSpPr>
        <p:spPr>
          <a:xfrm>
            <a:off x="632860" y="4903622"/>
            <a:ext cx="23054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우리들 공원 </a:t>
            </a:r>
            <a:r>
              <a:rPr lang="en-US" altLang="ko-KR" sz="1000" dirty="0"/>
              <a:t>+ </a:t>
            </a:r>
            <a:r>
              <a:rPr lang="ko-KR" altLang="en-US" sz="1000" dirty="0"/>
              <a:t>대흥동 문화예술의 거리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FF3D722-59C4-589F-A832-A4683B53D18C}"/>
              </a:ext>
            </a:extLst>
          </p:cNvPr>
          <p:cNvSpPr/>
          <p:nvPr/>
        </p:nvSpPr>
        <p:spPr>
          <a:xfrm>
            <a:off x="473834" y="7532185"/>
            <a:ext cx="159026" cy="159026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4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1A0DCE-720A-D178-B260-150F31FFA389}"/>
              </a:ext>
            </a:extLst>
          </p:cNvPr>
          <p:cNvSpPr txBox="1"/>
          <p:nvPr/>
        </p:nvSpPr>
        <p:spPr>
          <a:xfrm>
            <a:off x="632860" y="7488587"/>
            <a:ext cx="8515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대흥동 성당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7B8A47FF-B2A5-D366-AAAD-F7958F2D60DD}"/>
              </a:ext>
            </a:extLst>
          </p:cNvPr>
          <p:cNvSpPr/>
          <p:nvPr/>
        </p:nvSpPr>
        <p:spPr>
          <a:xfrm>
            <a:off x="3703903" y="856886"/>
            <a:ext cx="159026" cy="159026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5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E66300-1F4B-C86E-5BFF-1498D9E73AA1}"/>
              </a:ext>
            </a:extLst>
          </p:cNvPr>
          <p:cNvSpPr txBox="1"/>
          <p:nvPr/>
        </p:nvSpPr>
        <p:spPr>
          <a:xfrm>
            <a:off x="3862929" y="813288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성심당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4201DDF-8C04-E2E3-9663-078D0C2E143E}"/>
              </a:ext>
            </a:extLst>
          </p:cNvPr>
          <p:cNvSpPr/>
          <p:nvPr/>
        </p:nvSpPr>
        <p:spPr>
          <a:xfrm>
            <a:off x="3703903" y="2768294"/>
            <a:ext cx="159026" cy="159026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6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D3BAD1-A30F-C82C-4A8D-14ADE6D93666}"/>
              </a:ext>
            </a:extLst>
          </p:cNvPr>
          <p:cNvSpPr txBox="1"/>
          <p:nvPr/>
        </p:nvSpPr>
        <p:spPr>
          <a:xfrm>
            <a:off x="3862929" y="2724696"/>
            <a:ext cx="21307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으능정이</a:t>
            </a:r>
            <a:r>
              <a:rPr lang="ko-KR" altLang="en-US" sz="1000" dirty="0"/>
              <a:t> 문화의거리 </a:t>
            </a:r>
            <a:r>
              <a:rPr lang="en-US" altLang="ko-KR" sz="1000" dirty="0"/>
              <a:t>(</a:t>
            </a:r>
            <a:r>
              <a:rPr lang="ko-KR" altLang="en-US" sz="1000" dirty="0"/>
              <a:t>스카이 로드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022D98B-E97A-FEDF-3E54-BF995248BE1C}"/>
              </a:ext>
            </a:extLst>
          </p:cNvPr>
          <p:cNvSpPr/>
          <p:nvPr/>
        </p:nvSpPr>
        <p:spPr>
          <a:xfrm>
            <a:off x="3703903" y="4947220"/>
            <a:ext cx="159026" cy="159026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7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274F6D-6052-C189-5331-4DA2B82A3935}"/>
              </a:ext>
            </a:extLst>
          </p:cNvPr>
          <p:cNvSpPr txBox="1"/>
          <p:nvPr/>
        </p:nvSpPr>
        <p:spPr>
          <a:xfrm>
            <a:off x="3862929" y="4903622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은행교</a:t>
            </a:r>
            <a:endParaRPr lang="ko-KR" altLang="en-US" sz="1000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EC9CE964-26EF-E1E9-E538-E42AA26DDBF9}"/>
              </a:ext>
            </a:extLst>
          </p:cNvPr>
          <p:cNvSpPr/>
          <p:nvPr/>
        </p:nvSpPr>
        <p:spPr>
          <a:xfrm>
            <a:off x="3703903" y="6961098"/>
            <a:ext cx="159026" cy="159026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8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B3A31B-0B2F-66B7-DFEA-680645E08091}"/>
              </a:ext>
            </a:extLst>
          </p:cNvPr>
          <p:cNvSpPr txBox="1"/>
          <p:nvPr/>
        </p:nvSpPr>
        <p:spPr>
          <a:xfrm>
            <a:off x="3862929" y="6917500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목척교</a:t>
            </a:r>
            <a:endParaRPr lang="ko-KR" alt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35CDFA-4685-958C-89CC-494643DB5F13}"/>
              </a:ext>
            </a:extLst>
          </p:cNvPr>
          <p:cNvSpPr txBox="1"/>
          <p:nvPr/>
        </p:nvSpPr>
        <p:spPr>
          <a:xfrm>
            <a:off x="237989" y="361182"/>
            <a:ext cx="54633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※ 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미션은 장소를 알 수 있도록 아래 배경 앞 </a:t>
            </a:r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또는 그 근처</a:t>
            </a:r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에서 촬영해야 합니다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A76BB7E5-BD89-DA78-EDAA-C7C285F3FA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2785" y="1126419"/>
            <a:ext cx="2309934" cy="1279419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9CCD8B63-AC08-ECD2-CF95-432C7DC123C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2785" y="7726297"/>
            <a:ext cx="2142790" cy="1493022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2655C3E0-A1A1-E6E4-BF66-3F245A2F47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969"/>
          <a:stretch/>
        </p:blipFill>
        <p:spPr>
          <a:xfrm>
            <a:off x="3923396" y="1059509"/>
            <a:ext cx="2009775" cy="1407143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AA4E8155-84AC-76DE-5314-4A9EF86062D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23397" y="2969497"/>
            <a:ext cx="1542242" cy="1278277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124F74C6-2588-B9E9-9EB0-BE09C060BB5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407"/>
          <a:stretch/>
        </p:blipFill>
        <p:spPr>
          <a:xfrm>
            <a:off x="3923396" y="5149843"/>
            <a:ext cx="2522941" cy="139775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6DABEFA4-89F1-DA2F-D175-B87042C8B1F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23918" y="7180233"/>
            <a:ext cx="2148676" cy="1278551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28FCEAEE-04EF-D1DE-FE28-523939BA7626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4563" y="5149843"/>
            <a:ext cx="1306700" cy="872191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53B95BBB-13BE-0CDF-C987-CC2C04A789A1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570"/>
          <a:stretch/>
        </p:blipFill>
        <p:spPr>
          <a:xfrm>
            <a:off x="4665708" y="8308213"/>
            <a:ext cx="1780629" cy="911106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8C1ABC6B-E433-35C9-08A8-549A41AC159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13475" y="3255269"/>
            <a:ext cx="1332862" cy="1311899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A9ADDFCB-BA21-E136-8240-0E6A88C2ED4F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30153" y="2985836"/>
            <a:ext cx="1183097" cy="109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244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8BEB13-E02A-B975-DAB8-C75AF0EE0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3336944"/>
            <a:ext cx="5915025" cy="23431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ko-KR" altLang="en-US" sz="3200" dirty="0">
                <a:latin typeface="HY엽서M" panose="02030600000101010101" pitchFamily="18" charset="-127"/>
                <a:ea typeface="HY엽서M" panose="02030600000101010101" pitchFamily="18" charset="-127"/>
              </a:rPr>
              <a:t>첫번째 장소 </a:t>
            </a:r>
            <a:r>
              <a:rPr lang="en-US" altLang="ko-KR" sz="3200" dirty="0">
                <a:latin typeface="HY엽서M" panose="02030600000101010101" pitchFamily="18" charset="-127"/>
                <a:ea typeface="HY엽서M" panose="02030600000101010101" pitchFamily="18" charset="-127"/>
              </a:rPr>
              <a:t>[      ]</a:t>
            </a:r>
          </a:p>
          <a:p>
            <a:pPr marL="0" indent="0" algn="ctr">
              <a:buNone/>
            </a:pPr>
            <a:endParaRPr lang="en-US" altLang="ko-KR" sz="24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marL="0" indent="0" algn="ctr">
              <a:buNone/>
            </a:pPr>
            <a:endParaRPr lang="en-US" altLang="ko-KR" sz="3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marL="0" indent="0" algn="ctr">
              <a:buNone/>
            </a:pPr>
            <a:r>
              <a:rPr lang="ko-KR" altLang="en-US" sz="3200" dirty="0">
                <a:latin typeface="HY엽서M" panose="02030600000101010101" pitchFamily="18" charset="-127"/>
                <a:ea typeface="HY엽서M" panose="02030600000101010101" pitchFamily="18" charset="-127"/>
              </a:rPr>
              <a:t>두번째 장소 </a:t>
            </a:r>
            <a:r>
              <a:rPr lang="en-US" altLang="ko-KR" sz="3200" dirty="0">
                <a:latin typeface="HY엽서M" panose="02030600000101010101" pitchFamily="18" charset="-127"/>
                <a:ea typeface="HY엽서M" panose="02030600000101010101" pitchFamily="18" charset="-127"/>
              </a:rPr>
              <a:t>[      ]</a:t>
            </a:r>
            <a:endParaRPr lang="ko-KR" altLang="en-US" sz="3200" dirty="0"/>
          </a:p>
          <a:p>
            <a:pPr marL="0" indent="0" algn="ctr">
              <a:buNone/>
            </a:pPr>
            <a:endParaRPr lang="ko-KR" altLang="en-US" sz="32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BA5C789-76D5-C8A9-67FD-174BCA630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1166303"/>
            <a:ext cx="5915025" cy="1914525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(           )  </a:t>
            </a:r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DLaM Display" panose="02010000000000000000" pitchFamily="2" charset="0"/>
              </a:rPr>
              <a:t>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D91219-FCCC-8BCD-BC44-56AD49A5D0F7}"/>
              </a:ext>
            </a:extLst>
          </p:cNvPr>
          <p:cNvSpPr txBox="1"/>
          <p:nvPr/>
        </p:nvSpPr>
        <p:spPr>
          <a:xfrm>
            <a:off x="237989" y="361182"/>
            <a:ext cx="5471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※ 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사진 찍을 때 조 번호와 장소 번호가 보이도록 이 종이를 들고 찍어 주세요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^^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EFF03BA-2D54-6852-9144-96A7AA82DA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3102494" y="5288231"/>
            <a:ext cx="653014" cy="3246694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8FB4C5D-B6A0-77DB-0B0C-3A7856CFBB0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0" y="7316633"/>
            <a:ext cx="6858000" cy="2558142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1439849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>
            <a:extLst>
              <a:ext uri="{FF2B5EF4-FFF2-40B4-BE49-F238E27FC236}">
                <a16:creationId xmlns:a16="http://schemas.microsoft.com/office/drawing/2014/main" id="{B5055D0F-63DB-977C-FB56-AEC1C28972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22407" y="6222500"/>
            <a:ext cx="3023235" cy="137615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D91219-FCCC-8BCD-BC44-56AD49A5D0F7}"/>
              </a:ext>
            </a:extLst>
          </p:cNvPr>
          <p:cNvSpPr txBox="1"/>
          <p:nvPr/>
        </p:nvSpPr>
        <p:spPr>
          <a:xfrm>
            <a:off x="237989" y="361182"/>
            <a:ext cx="58464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※ 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미션 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3, 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찍은 사진들을 한꺼번에 </a:t>
            </a:r>
            <a:r>
              <a:rPr lang="ko-KR" altLang="en-US" sz="12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단톡방에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 업로드 방법 </a:t>
            </a:r>
            <a:r>
              <a:rPr lang="en-US" altLang="ko-KR" sz="1200" b="1" dirty="0">
                <a:solidFill>
                  <a:srgbClr val="0000FF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– “</a:t>
            </a:r>
            <a:r>
              <a:rPr lang="ko-KR" altLang="en-US" sz="1200" b="1" dirty="0">
                <a:solidFill>
                  <a:srgbClr val="0000FF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사진 묶어 보내기</a:t>
            </a:r>
            <a:r>
              <a:rPr lang="en-US" altLang="ko-KR" sz="1200" b="1" dirty="0">
                <a:solidFill>
                  <a:srgbClr val="0000FF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”</a:t>
            </a:r>
            <a:r>
              <a:rPr lang="ko-KR" altLang="en-US" sz="1200" b="1" dirty="0">
                <a:solidFill>
                  <a:srgbClr val="0000FF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기능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8C258A9-B0C5-FC80-26FD-59A5E27317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9000" y="1090889"/>
            <a:ext cx="2983230" cy="102298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454BB70-32A8-2393-1E73-5FAC4C017093}"/>
              </a:ext>
            </a:extLst>
          </p:cNvPr>
          <p:cNvSpPr txBox="1"/>
          <p:nvPr/>
        </p:nvSpPr>
        <p:spPr>
          <a:xfrm>
            <a:off x="237989" y="1090889"/>
            <a:ext cx="22397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1. “</a:t>
            </a:r>
            <a:r>
              <a:rPr lang="ko-KR" altLang="en-US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＋</a:t>
            </a:r>
            <a:r>
              <a:rPr lang="en-US" altLang="ko-KR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”</a:t>
            </a:r>
            <a:r>
              <a:rPr lang="ko-KR" altLang="en-US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를 클릭합니다</a:t>
            </a:r>
            <a:r>
              <a:rPr lang="en-US" altLang="ko-KR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.</a:t>
            </a:r>
            <a:endParaRPr lang="ko-KR" altLang="en-US" sz="1400" dirty="0"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F9D3BB6-A66D-47C3-1597-BC06BD83983E}"/>
              </a:ext>
            </a:extLst>
          </p:cNvPr>
          <p:cNvSpPr/>
          <p:nvPr/>
        </p:nvSpPr>
        <p:spPr>
          <a:xfrm>
            <a:off x="3463722" y="1619513"/>
            <a:ext cx="363164" cy="41711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A4D4B7-5A5E-9CC2-6DEE-D95859931C47}"/>
              </a:ext>
            </a:extLst>
          </p:cNvPr>
          <p:cNvSpPr txBox="1"/>
          <p:nvPr/>
        </p:nvSpPr>
        <p:spPr>
          <a:xfrm>
            <a:off x="237989" y="2521192"/>
            <a:ext cx="23599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2. “</a:t>
            </a:r>
            <a:r>
              <a:rPr lang="ko-KR" altLang="en-US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사진</a:t>
            </a:r>
            <a:r>
              <a:rPr lang="en-US" altLang="ko-KR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”</a:t>
            </a:r>
            <a:r>
              <a:rPr lang="ko-KR" altLang="en-US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을 클릭합니다</a:t>
            </a:r>
            <a:r>
              <a:rPr lang="en-US" altLang="ko-KR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.</a:t>
            </a:r>
            <a:endParaRPr lang="ko-KR" altLang="en-US" sz="1400" dirty="0"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E4E08C5-8FC4-159B-5162-8876152ACBA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9790" y="2521192"/>
            <a:ext cx="3026093" cy="142260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AAE079E0-7CED-B112-B052-5F659E5ABE58}"/>
              </a:ext>
            </a:extLst>
          </p:cNvPr>
          <p:cNvSpPr/>
          <p:nvPr/>
        </p:nvSpPr>
        <p:spPr>
          <a:xfrm>
            <a:off x="3610882" y="3251688"/>
            <a:ext cx="569334" cy="63425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화살표: 왼쪽 19">
            <a:extLst>
              <a:ext uri="{FF2B5EF4-FFF2-40B4-BE49-F238E27FC236}">
                <a16:creationId xmlns:a16="http://schemas.microsoft.com/office/drawing/2014/main" id="{A5005D71-D92B-6CE7-1173-CA0833C3F59F}"/>
              </a:ext>
            </a:extLst>
          </p:cNvPr>
          <p:cNvSpPr/>
          <p:nvPr/>
        </p:nvSpPr>
        <p:spPr>
          <a:xfrm rot="19238919">
            <a:off x="3940456" y="1430498"/>
            <a:ext cx="474562" cy="227936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왼쪽 20">
            <a:extLst>
              <a:ext uri="{FF2B5EF4-FFF2-40B4-BE49-F238E27FC236}">
                <a16:creationId xmlns:a16="http://schemas.microsoft.com/office/drawing/2014/main" id="{65C9EFCC-64AD-2B13-E724-C5D015D83C0E}"/>
              </a:ext>
            </a:extLst>
          </p:cNvPr>
          <p:cNvSpPr/>
          <p:nvPr/>
        </p:nvSpPr>
        <p:spPr>
          <a:xfrm rot="19238919">
            <a:off x="4206992" y="2899137"/>
            <a:ext cx="474562" cy="227936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83C07A01-85D0-6E14-A22F-2AF33067C78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alphaModFix amt="99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29000" y="4251842"/>
            <a:ext cx="2980468" cy="167419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5C55EEC-698A-3E18-E4FB-8DDD96F12969}"/>
              </a:ext>
            </a:extLst>
          </p:cNvPr>
          <p:cNvSpPr txBox="1"/>
          <p:nvPr/>
        </p:nvSpPr>
        <p:spPr>
          <a:xfrm>
            <a:off x="237989" y="4251842"/>
            <a:ext cx="31373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3. </a:t>
            </a:r>
            <a:r>
              <a:rPr lang="ko-KR" altLang="en-US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왼쪽 밑의</a:t>
            </a:r>
            <a:r>
              <a:rPr lang="en-US" altLang="ko-KR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“</a:t>
            </a:r>
            <a:r>
              <a:rPr lang="ko-KR" altLang="en-US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전체</a:t>
            </a:r>
            <a:r>
              <a:rPr lang="en-US" altLang="ko-KR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”</a:t>
            </a:r>
            <a:r>
              <a:rPr lang="ko-KR" altLang="en-US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를 클릭합니다</a:t>
            </a:r>
            <a:r>
              <a:rPr lang="en-US" altLang="ko-KR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.</a:t>
            </a:r>
            <a:endParaRPr lang="ko-KR" altLang="en-US" sz="1400" dirty="0"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79A1CB1-47E8-A76E-03EC-A28030E1A79E}"/>
              </a:ext>
            </a:extLst>
          </p:cNvPr>
          <p:cNvSpPr/>
          <p:nvPr/>
        </p:nvSpPr>
        <p:spPr>
          <a:xfrm>
            <a:off x="3468397" y="5432460"/>
            <a:ext cx="659432" cy="37576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화살표: 왼쪽 25">
            <a:extLst>
              <a:ext uri="{FF2B5EF4-FFF2-40B4-BE49-F238E27FC236}">
                <a16:creationId xmlns:a16="http://schemas.microsoft.com/office/drawing/2014/main" id="{DBD8FA25-9AB7-BAE0-85AD-9242C7AADC91}"/>
              </a:ext>
            </a:extLst>
          </p:cNvPr>
          <p:cNvSpPr/>
          <p:nvPr/>
        </p:nvSpPr>
        <p:spPr>
          <a:xfrm rot="19238919">
            <a:off x="4080456" y="5101352"/>
            <a:ext cx="474562" cy="227936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84F751-F755-E1F6-A1B9-5905D0E9687C}"/>
              </a:ext>
            </a:extLst>
          </p:cNvPr>
          <p:cNvSpPr txBox="1"/>
          <p:nvPr/>
        </p:nvSpPr>
        <p:spPr>
          <a:xfrm>
            <a:off x="237989" y="6151493"/>
            <a:ext cx="30091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4. </a:t>
            </a:r>
            <a:r>
              <a:rPr lang="ko-KR" altLang="en-US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왼쪽 밑 </a:t>
            </a:r>
            <a:r>
              <a:rPr lang="en-US" altLang="ko-KR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“</a:t>
            </a:r>
            <a:r>
              <a:rPr lang="ko-KR" altLang="en-US" sz="1400" dirty="0">
                <a:solidFill>
                  <a:srgbClr val="0000FF"/>
                </a:solidFill>
                <a:latin typeface="HY목각파임B" panose="02030600000101010101" pitchFamily="18" charset="-127"/>
                <a:ea typeface="HY목각파임B" panose="02030600000101010101" pitchFamily="18" charset="-127"/>
              </a:rPr>
              <a:t>사진 묶어 보내기</a:t>
            </a:r>
            <a:r>
              <a:rPr lang="en-US" altLang="ko-KR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”</a:t>
            </a:r>
            <a:r>
              <a:rPr lang="ko-KR" altLang="en-US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를</a:t>
            </a:r>
            <a:br>
              <a:rPr lang="en-US" altLang="ko-KR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</a:br>
            <a:r>
              <a:rPr lang="en-US" altLang="ko-KR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   </a:t>
            </a:r>
            <a:r>
              <a:rPr lang="ko-KR" altLang="en-US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 클릭합니다</a:t>
            </a:r>
            <a:r>
              <a:rPr lang="en-US" altLang="ko-KR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. (v </a:t>
            </a:r>
            <a:r>
              <a:rPr lang="ko-KR" altLang="en-US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표시</a:t>
            </a:r>
            <a:r>
              <a:rPr lang="en-US" altLang="ko-KR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)</a:t>
            </a:r>
            <a:endParaRPr lang="ko-KR" altLang="en-US" sz="1400" dirty="0"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6D5F3E-BA87-BFED-3D77-B82B9242D6CF}"/>
              </a:ext>
            </a:extLst>
          </p:cNvPr>
          <p:cNvSpPr txBox="1"/>
          <p:nvPr/>
        </p:nvSpPr>
        <p:spPr>
          <a:xfrm>
            <a:off x="237989" y="8019391"/>
            <a:ext cx="29498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5. </a:t>
            </a:r>
            <a:r>
              <a:rPr lang="ko-KR" altLang="en-US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사진들을 선택한 후 </a:t>
            </a:r>
            <a:r>
              <a:rPr lang="en-US" altLang="ko-KR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“</a:t>
            </a:r>
            <a:r>
              <a:rPr lang="ko-KR" altLang="en-US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전송</a:t>
            </a:r>
            <a:r>
              <a:rPr lang="en-US" altLang="ko-KR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”</a:t>
            </a:r>
            <a:r>
              <a:rPr lang="ko-KR" altLang="en-US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을</a:t>
            </a:r>
            <a:br>
              <a:rPr lang="en-US" altLang="ko-KR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</a:br>
            <a:r>
              <a:rPr lang="en-US" altLang="ko-KR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    </a:t>
            </a:r>
            <a:r>
              <a:rPr lang="ko-KR" altLang="en-US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클릭합니다</a:t>
            </a:r>
            <a:r>
              <a:rPr lang="en-US" altLang="ko-KR" sz="1400" dirty="0">
                <a:latin typeface="HY목각파임B" panose="02030600000101010101" pitchFamily="18" charset="-127"/>
                <a:ea typeface="HY목각파임B" panose="02030600000101010101" pitchFamily="18" charset="-127"/>
              </a:rPr>
              <a:t>.</a:t>
            </a:r>
            <a:endParaRPr lang="ko-KR" altLang="en-US" sz="1400" dirty="0">
              <a:latin typeface="HY목각파임B" panose="02030600000101010101" pitchFamily="18" charset="-127"/>
              <a:ea typeface="HY목각파임B" panose="02030600000101010101" pitchFamily="18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85EE192-1C96-4D81-5B92-393806455764}"/>
              </a:ext>
            </a:extLst>
          </p:cNvPr>
          <p:cNvSpPr/>
          <p:nvPr/>
        </p:nvSpPr>
        <p:spPr>
          <a:xfrm>
            <a:off x="3461804" y="7298947"/>
            <a:ext cx="1249740" cy="29970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왼쪽 31">
            <a:extLst>
              <a:ext uri="{FF2B5EF4-FFF2-40B4-BE49-F238E27FC236}">
                <a16:creationId xmlns:a16="http://schemas.microsoft.com/office/drawing/2014/main" id="{67437F66-506E-F51F-2622-777E04E580A0}"/>
              </a:ext>
            </a:extLst>
          </p:cNvPr>
          <p:cNvSpPr/>
          <p:nvPr/>
        </p:nvSpPr>
        <p:spPr>
          <a:xfrm rot="19238919">
            <a:off x="4769407" y="7035191"/>
            <a:ext cx="474562" cy="227936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D8F9D209-CF45-DF69-E552-5E8E9308BD5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alphaModFix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5386" y="8021649"/>
            <a:ext cx="3060383" cy="136874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28AF102D-1FDF-A292-B4B0-C3935EE6DB2B}"/>
              </a:ext>
            </a:extLst>
          </p:cNvPr>
          <p:cNvSpPr/>
          <p:nvPr/>
        </p:nvSpPr>
        <p:spPr>
          <a:xfrm>
            <a:off x="5701910" y="8050164"/>
            <a:ext cx="659432" cy="37576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화살표: 왼쪽 35">
            <a:extLst>
              <a:ext uri="{FF2B5EF4-FFF2-40B4-BE49-F238E27FC236}">
                <a16:creationId xmlns:a16="http://schemas.microsoft.com/office/drawing/2014/main" id="{CE11B209-FE72-881F-4899-567A9B12F4C5}"/>
              </a:ext>
            </a:extLst>
          </p:cNvPr>
          <p:cNvSpPr/>
          <p:nvPr/>
        </p:nvSpPr>
        <p:spPr>
          <a:xfrm rot="19238919">
            <a:off x="6124061" y="7701874"/>
            <a:ext cx="474562" cy="227936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956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458</TotalTime>
  <Words>422</Words>
  <Application>Microsoft Office PowerPoint</Application>
  <PresentationFormat>A4 용지(210x297mm)</PresentationFormat>
  <Paragraphs>66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HY목각파임B</vt:lpstr>
      <vt:lpstr>HY엽서M</vt:lpstr>
      <vt:lpstr>HY헤드라인M</vt:lpstr>
      <vt:lpstr>굴림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(           )  조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형진 김</dc:creator>
  <cp:lastModifiedBy>형진 김</cp:lastModifiedBy>
  <cp:revision>28</cp:revision>
  <cp:lastPrinted>2026-08-01T14:39:27Z</cp:lastPrinted>
  <dcterms:created xsi:type="dcterms:W3CDTF">2026-07-20T11:53:07Z</dcterms:created>
  <dcterms:modified xsi:type="dcterms:W3CDTF">2026-08-02T08:28:09Z</dcterms:modified>
</cp:coreProperties>
</file>